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Inter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italic.fntdata"/><Relationship Id="rId21" Type="http://schemas.openxmlformats.org/officeDocument/2006/relationships/font" Target="fonts/Inter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19" Type="http://schemas.openxmlformats.org/officeDocument/2006/relationships/font" Target="fonts/InterMedium-bold.fntdata"/><Relationship Id="rId18" Type="http://schemas.openxmlformats.org/officeDocument/2006/relationships/font" Target="fonts/Inter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55c673f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55c673f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55c673fde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55c673fde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55c673fde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55c673fde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55c673fde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55c673fde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55c673fde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f55c673fde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55c673fde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f55c673fde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55c673fde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55c673fde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55c673fde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f55c673fde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9.jpg"/><Relationship Id="rId8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6.jpg"/><Relationship Id="rId5" Type="http://schemas.openxmlformats.org/officeDocument/2006/relationships/image" Target="../media/image2.jpg"/><Relationship Id="rId6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9.jpg"/><Relationship Id="rId5" Type="http://schemas.openxmlformats.org/officeDocument/2006/relationships/image" Target="../media/image4.jpg"/><Relationship Id="rId6" Type="http://schemas.openxmlformats.org/officeDocument/2006/relationships/image" Target="../media/image6.jpg"/><Relationship Id="rId7" Type="http://schemas.openxmlformats.org/officeDocument/2006/relationships/image" Target="../media/image2.jpg"/><Relationship Id="rId8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Project Timeline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sp>
        <p:nvSpPr>
          <p:cNvPr id="365" name="Google Shape;365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66" name="Google Shape;366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67" name="Google Shape;367;p47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space for legal copy. State whether the information is confidential and how it's intended to be used.</a:t>
            </a:r>
            <a:endParaRPr/>
          </a:p>
        </p:txBody>
      </p:sp>
      <p:cxnSp>
        <p:nvCxnSpPr>
          <p:cNvPr id="368" name="Google Shape;368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miling man with glasses. " id="373" name="Google Shape;373;p48"/>
          <p:cNvPicPr preferRelativeResize="0"/>
          <p:nvPr/>
        </p:nvPicPr>
        <p:blipFill rotWithShape="1">
          <a:blip r:embed="rId3">
            <a:alphaModFix/>
          </a:blip>
          <a:srcRect b="10028" l="19640" r="20825" t="1928"/>
          <a:stretch/>
        </p:blipFill>
        <p:spPr>
          <a:xfrm>
            <a:off x="6114875" y="2644375"/>
            <a:ext cx="1267800" cy="1249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74" name="Google Shape;374;p48"/>
          <p:cNvSpPr txBox="1"/>
          <p:nvPr/>
        </p:nvSpPr>
        <p:spPr>
          <a:xfrm>
            <a:off x="4629754" y="39962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Full Name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Title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6114864" y="39962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Full Name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Title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7609899" y="39962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Full Name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Title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A portrait of a businesswoman. " id="377" name="Google Shape;377;p48"/>
          <p:cNvPicPr preferRelativeResize="0"/>
          <p:nvPr/>
        </p:nvPicPr>
        <p:blipFill rotWithShape="1">
          <a:blip r:embed="rId4">
            <a:alphaModFix/>
          </a:blip>
          <a:srcRect b="2259" l="34183" r="632" t="360"/>
          <a:stretch/>
        </p:blipFill>
        <p:spPr>
          <a:xfrm>
            <a:off x="7593850" y="294175"/>
            <a:ext cx="1257900" cy="1253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ortrait of a man smiling" id="378" name="Google Shape;378;p48"/>
          <p:cNvPicPr preferRelativeResize="0"/>
          <p:nvPr/>
        </p:nvPicPr>
        <p:blipFill rotWithShape="1">
          <a:blip r:embed="rId5">
            <a:alphaModFix/>
          </a:blip>
          <a:srcRect b="31265" l="28672" r="25520" t="260"/>
          <a:stretch/>
        </p:blipFill>
        <p:spPr>
          <a:xfrm>
            <a:off x="6114875" y="294225"/>
            <a:ext cx="1257900" cy="1253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79" name="Google Shape;379;p48"/>
          <p:cNvSpPr txBox="1"/>
          <p:nvPr/>
        </p:nvSpPr>
        <p:spPr>
          <a:xfrm>
            <a:off x="4629754" y="16495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Full Name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Title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6114864" y="16495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Full Name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Title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7602257" y="1649513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Full Name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Title</a:t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82" name="Google Shape;382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83" name="Google Shape;383;p48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84" name="Google Shape;384;p48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48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86" name="Google Shape;386;p48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pic>
        <p:nvPicPr>
          <p:cNvPr descr="Portrait of woman smiling" id="387" name="Google Shape;387;p48"/>
          <p:cNvPicPr preferRelativeResize="0"/>
          <p:nvPr/>
        </p:nvPicPr>
        <p:blipFill rotWithShape="1">
          <a:blip r:embed="rId6">
            <a:alphaModFix/>
          </a:blip>
          <a:srcRect b="51337" l="32135" r="38107" t="4307"/>
          <a:stretch/>
        </p:blipFill>
        <p:spPr>
          <a:xfrm>
            <a:off x="4629750" y="297525"/>
            <a:ext cx="1257900" cy="124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ortrait of a woman with her arms crossed. " id="388" name="Google Shape;388;p48"/>
          <p:cNvPicPr preferRelativeResize="0"/>
          <p:nvPr/>
        </p:nvPicPr>
        <p:blipFill rotWithShape="1">
          <a:blip r:embed="rId7">
            <a:alphaModFix/>
          </a:blip>
          <a:srcRect b="36049" l="50190" r="7508" t="939"/>
          <a:stretch/>
        </p:blipFill>
        <p:spPr>
          <a:xfrm>
            <a:off x="4629750" y="2644375"/>
            <a:ext cx="1257900" cy="124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usinessman stands outdoors and looks at the camera. " id="389" name="Google Shape;389;p48"/>
          <p:cNvPicPr preferRelativeResize="0"/>
          <p:nvPr/>
        </p:nvPicPr>
        <p:blipFill rotWithShape="1">
          <a:blip r:embed="rId8">
            <a:alphaModFix/>
          </a:blip>
          <a:srcRect b="19432" l="41879" r="9968" t="8888"/>
          <a:stretch/>
        </p:blipFill>
        <p:spPr>
          <a:xfrm>
            <a:off x="7598799" y="2644375"/>
            <a:ext cx="1257902" cy="124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0" name="Google Shape;390;p48"/>
          <p:cNvCxnSpPr/>
          <p:nvPr/>
        </p:nvCxnSpPr>
        <p:spPr>
          <a:xfrm>
            <a:off x="283850" y="26398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8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8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/>
          <p:nvPr/>
        </p:nvSpPr>
        <p:spPr>
          <a:xfrm>
            <a:off x="2456700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49"/>
          <p:cNvSpPr/>
          <p:nvPr/>
        </p:nvSpPr>
        <p:spPr>
          <a:xfrm>
            <a:off x="4084967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49"/>
          <p:cNvSpPr/>
          <p:nvPr/>
        </p:nvSpPr>
        <p:spPr>
          <a:xfrm>
            <a:off x="5713233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49"/>
          <p:cNvSpPr/>
          <p:nvPr/>
        </p:nvSpPr>
        <p:spPr>
          <a:xfrm>
            <a:off x="7341500" y="286800"/>
            <a:ext cx="1515000" cy="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49"/>
          <p:cNvSpPr/>
          <p:nvPr/>
        </p:nvSpPr>
        <p:spPr>
          <a:xfrm>
            <a:off x="2457150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49"/>
          <p:cNvSpPr/>
          <p:nvPr/>
        </p:nvSpPr>
        <p:spPr>
          <a:xfrm>
            <a:off x="4085188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49"/>
          <p:cNvSpPr/>
          <p:nvPr/>
        </p:nvSpPr>
        <p:spPr>
          <a:xfrm>
            <a:off x="5713675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4" name="Google Shape;404;p49"/>
          <p:cNvSpPr/>
          <p:nvPr/>
        </p:nvSpPr>
        <p:spPr>
          <a:xfrm>
            <a:off x="7341950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5" name="Google Shape;405;p49"/>
          <p:cNvCxnSpPr/>
          <p:nvPr/>
        </p:nvCxnSpPr>
        <p:spPr>
          <a:xfrm>
            <a:off x="2635350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49"/>
          <p:cNvCxnSpPr/>
          <p:nvPr/>
        </p:nvCxnSpPr>
        <p:spPr>
          <a:xfrm>
            <a:off x="2635350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9"/>
          <p:cNvCxnSpPr/>
          <p:nvPr/>
        </p:nvCxnSpPr>
        <p:spPr>
          <a:xfrm>
            <a:off x="4263388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49"/>
          <p:cNvCxnSpPr/>
          <p:nvPr/>
        </p:nvCxnSpPr>
        <p:spPr>
          <a:xfrm>
            <a:off x="4263388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9"/>
          <p:cNvCxnSpPr/>
          <p:nvPr/>
        </p:nvCxnSpPr>
        <p:spPr>
          <a:xfrm>
            <a:off x="5891875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9"/>
          <p:cNvCxnSpPr/>
          <p:nvPr/>
        </p:nvCxnSpPr>
        <p:spPr>
          <a:xfrm>
            <a:off x="5891875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9"/>
          <p:cNvCxnSpPr/>
          <p:nvPr/>
        </p:nvCxnSpPr>
        <p:spPr>
          <a:xfrm>
            <a:off x="7520150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9"/>
          <p:cNvCxnSpPr/>
          <p:nvPr/>
        </p:nvCxnSpPr>
        <p:spPr>
          <a:xfrm>
            <a:off x="7520150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49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15" name="Google Shape;415;p49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16" name="Google Shape;416;p49"/>
          <p:cNvSpPr txBox="1"/>
          <p:nvPr>
            <p:ph idx="21" type="title"/>
          </p:nvPr>
        </p:nvSpPr>
        <p:spPr>
          <a:xfrm>
            <a:off x="283850" y="285900"/>
            <a:ext cx="2773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Meet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pic>
        <p:nvPicPr>
          <p:cNvPr descr="A portrait of a businesswoman. " id="417" name="Google Shape;417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7077" r="419" t="0"/>
          <a:stretch/>
        </p:blipFill>
        <p:spPr>
          <a:xfrm>
            <a:off x="2456700" y="373175"/>
            <a:ext cx="1514998" cy="1616699"/>
          </a:xfrm>
          <a:prstGeom prst="rect">
            <a:avLst/>
          </a:prstGeom>
        </p:spPr>
      </p:pic>
      <p:sp>
        <p:nvSpPr>
          <p:cNvPr id="418" name="Google Shape;418;p49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of this team member. Mention their background, area of expertise, and what their responsibilities will be in this project.</a:t>
            </a:r>
            <a:endParaRPr/>
          </a:p>
        </p:txBody>
      </p:sp>
      <p:sp>
        <p:nvSpPr>
          <p:cNvPr id="420" name="Google Shape;420;p49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Portrait of woman smiling" id="421" name="Google Shape;421;p49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48420" l="32757" r="39043" t="6426"/>
          <a:stretch/>
        </p:blipFill>
        <p:spPr>
          <a:xfrm>
            <a:off x="4084738" y="373175"/>
            <a:ext cx="1514998" cy="1616699"/>
          </a:xfrm>
          <a:prstGeom prst="rect">
            <a:avLst/>
          </a:prstGeom>
        </p:spPr>
      </p:pic>
      <p:sp>
        <p:nvSpPr>
          <p:cNvPr id="422" name="Google Shape;422;p49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423" name="Google Shape;423;p49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of this team member. Mention their background, area of expertise, and what their responsibilities will be in this project.</a:t>
            </a:r>
            <a:endParaRPr/>
          </a:p>
        </p:txBody>
      </p:sp>
      <p:sp>
        <p:nvSpPr>
          <p:cNvPr id="424" name="Google Shape;424;p49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smiling man with glasses. " id="425" name="Google Shape;425;p49"/>
          <p:cNvPicPr preferRelativeResize="0"/>
          <p:nvPr>
            <p:ph idx="8" type="pic"/>
          </p:nvPr>
        </p:nvPicPr>
        <p:blipFill rotWithShape="1">
          <a:blip r:embed="rId5">
            <a:alphaModFix/>
          </a:blip>
          <a:srcRect b="23145" l="27167" r="28852" t="6443"/>
          <a:stretch/>
        </p:blipFill>
        <p:spPr>
          <a:xfrm>
            <a:off x="5713225" y="373175"/>
            <a:ext cx="1514998" cy="1616699"/>
          </a:xfrm>
          <a:prstGeom prst="rect">
            <a:avLst/>
          </a:prstGeom>
        </p:spPr>
      </p:pic>
      <p:sp>
        <p:nvSpPr>
          <p:cNvPr id="426" name="Google Shape;426;p49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427" name="Google Shape;427;p49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of this team member. Mention their background, area of expertise, and what their responsibilities will be in this project.</a:t>
            </a:r>
            <a:endParaRPr/>
          </a:p>
        </p:txBody>
      </p:sp>
      <p:sp>
        <p:nvSpPr>
          <p:cNvPr id="428" name="Google Shape;428;p49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Portrait of a man smiling" id="429" name="Google Shape;429;p49"/>
          <p:cNvPicPr preferRelativeResize="0"/>
          <p:nvPr>
            <p:ph idx="15" type="pic"/>
          </p:nvPr>
        </p:nvPicPr>
        <p:blipFill rotWithShape="1">
          <a:blip r:embed="rId6">
            <a:alphaModFix/>
          </a:blip>
          <a:srcRect b="36364" l="32430" r="28294" t="755"/>
          <a:stretch/>
        </p:blipFill>
        <p:spPr>
          <a:xfrm>
            <a:off x="7341950" y="373175"/>
            <a:ext cx="1514998" cy="1616699"/>
          </a:xfrm>
          <a:prstGeom prst="rect">
            <a:avLst/>
          </a:prstGeom>
        </p:spPr>
      </p:pic>
      <p:sp>
        <p:nvSpPr>
          <p:cNvPr id="430" name="Google Shape;430;p49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431" name="Google Shape;431;p49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of this team member. Mention their background, area of expertise, and what their responsibilities will be in this project.</a:t>
            </a:r>
            <a:endParaRPr/>
          </a:p>
        </p:txBody>
      </p:sp>
      <p:sp>
        <p:nvSpPr>
          <p:cNvPr id="432" name="Google Shape;432;p49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50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50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40" name="Google Shape;440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5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42" name="Google Shape;442;p5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43" name="Google Shape;443;p50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Write a summary of the project. You can also explain what's in this presentation to let your audience know what to </a:t>
            </a:r>
            <a:r>
              <a:rPr lang="en">
                <a:solidFill>
                  <a:schemeClr val="dk1"/>
                </a:solidFill>
              </a:rPr>
              <a:t>expect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4" name="Google Shape;444;p50"/>
          <p:cNvSpPr/>
          <p:nvPr/>
        </p:nvSpPr>
        <p:spPr>
          <a:xfrm rot="5400000">
            <a:off x="3852735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5" name="Google Shape;445;p50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50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50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50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54" name="Google Shape;454;p51"/>
          <p:cNvGrpSpPr/>
          <p:nvPr/>
        </p:nvGrpSpPr>
        <p:grpSpPr>
          <a:xfrm>
            <a:off x="-2400" y="1555125"/>
            <a:ext cx="9146400" cy="3128600"/>
            <a:chOff x="-2400" y="1555125"/>
            <a:chExt cx="9146400" cy="3128600"/>
          </a:xfrm>
        </p:grpSpPr>
        <p:sp>
          <p:nvSpPr>
            <p:cNvPr id="455" name="Google Shape;455;p51"/>
            <p:cNvSpPr txBox="1"/>
            <p:nvPr/>
          </p:nvSpPr>
          <p:spPr>
            <a:xfrm>
              <a:off x="284850" y="2002750"/>
              <a:ext cx="34944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 a short description of one deliverable, such as a marketing asset, a product demo, or a report.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6" name="Google Shape;456;p51"/>
            <p:cNvSpPr txBox="1"/>
            <p:nvPr/>
          </p:nvSpPr>
          <p:spPr>
            <a:xfrm>
              <a:off x="284850" y="1555575"/>
              <a:ext cx="34944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Deliverable 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" name="Google Shape;457;p51"/>
            <p:cNvSpPr txBox="1"/>
            <p:nvPr/>
          </p:nvSpPr>
          <p:spPr>
            <a:xfrm>
              <a:off x="4629750" y="1555575"/>
              <a:ext cx="13269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Due date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8" name="Google Shape;458;p51"/>
            <p:cNvSpPr txBox="1"/>
            <p:nvPr/>
          </p:nvSpPr>
          <p:spPr>
            <a:xfrm>
              <a:off x="6086100" y="1555575"/>
              <a:ext cx="27708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responsible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9" name="Google Shape;459;p51"/>
            <p:cNvSpPr txBox="1"/>
            <p:nvPr/>
          </p:nvSpPr>
          <p:spPr>
            <a:xfrm>
              <a:off x="284850" y="2673326"/>
              <a:ext cx="34944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 a short description of one deliverable, such as a marketing asset, a product demo, or a report.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0" name="Google Shape;460;p51"/>
            <p:cNvSpPr txBox="1"/>
            <p:nvPr/>
          </p:nvSpPr>
          <p:spPr>
            <a:xfrm>
              <a:off x="284850" y="3343475"/>
              <a:ext cx="34944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 a short description of one deliverable, such as a marketing asset, a product demo, or a report.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1" name="Google Shape;461;p51"/>
            <p:cNvSpPr txBox="1"/>
            <p:nvPr/>
          </p:nvSpPr>
          <p:spPr>
            <a:xfrm>
              <a:off x="284850" y="4013600"/>
              <a:ext cx="3494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Add a short description of one deliverable, such as a marketing asset, a product demo, or a report.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2" name="Google Shape;462;p51"/>
            <p:cNvSpPr txBox="1"/>
            <p:nvPr/>
          </p:nvSpPr>
          <p:spPr>
            <a:xfrm>
              <a:off x="4629750" y="2002750"/>
              <a:ext cx="13269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3" name="Google Shape;463;p51"/>
            <p:cNvSpPr txBox="1"/>
            <p:nvPr/>
          </p:nvSpPr>
          <p:spPr>
            <a:xfrm>
              <a:off x="4629750" y="2673251"/>
              <a:ext cx="13269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4" name="Google Shape;464;p51"/>
            <p:cNvSpPr txBox="1"/>
            <p:nvPr/>
          </p:nvSpPr>
          <p:spPr>
            <a:xfrm>
              <a:off x="4629750" y="3343393"/>
              <a:ext cx="1326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5" name="Google Shape;465;p51"/>
            <p:cNvSpPr txBox="1"/>
            <p:nvPr/>
          </p:nvSpPr>
          <p:spPr>
            <a:xfrm>
              <a:off x="4629750" y="4013625"/>
              <a:ext cx="1326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6" name="Google Shape;466;p51"/>
            <p:cNvSpPr txBox="1"/>
            <p:nvPr/>
          </p:nvSpPr>
          <p:spPr>
            <a:xfrm>
              <a:off x="6086100" y="2002750"/>
              <a:ext cx="27708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name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7" name="Google Shape;467;p51"/>
            <p:cNvSpPr txBox="1"/>
            <p:nvPr/>
          </p:nvSpPr>
          <p:spPr>
            <a:xfrm>
              <a:off x="6086100" y="2673251"/>
              <a:ext cx="27708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n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ame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8" name="Google Shape;468;p51"/>
            <p:cNvSpPr txBox="1"/>
            <p:nvPr/>
          </p:nvSpPr>
          <p:spPr>
            <a:xfrm>
              <a:off x="6086100" y="3343393"/>
              <a:ext cx="2770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n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ame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9" name="Google Shape;469;p51"/>
            <p:cNvSpPr txBox="1"/>
            <p:nvPr/>
          </p:nvSpPr>
          <p:spPr>
            <a:xfrm>
              <a:off x="6086100" y="4013625"/>
              <a:ext cx="2770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Team n</a:t>
              </a: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ame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70" name="Google Shape;470;p51"/>
            <p:cNvCxnSpPr/>
            <p:nvPr/>
          </p:nvCxnSpPr>
          <p:spPr>
            <a:xfrm>
              <a:off x="-2400" y="2003200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51"/>
            <p:cNvCxnSpPr/>
            <p:nvPr/>
          </p:nvCxnSpPr>
          <p:spPr>
            <a:xfrm>
              <a:off x="-2400" y="2673333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51"/>
            <p:cNvCxnSpPr/>
            <p:nvPr/>
          </p:nvCxnSpPr>
          <p:spPr>
            <a:xfrm>
              <a:off x="-2400" y="3343467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51"/>
            <p:cNvCxnSpPr/>
            <p:nvPr/>
          </p:nvCxnSpPr>
          <p:spPr>
            <a:xfrm>
              <a:off x="-2400" y="4013600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51"/>
            <p:cNvCxnSpPr/>
            <p:nvPr/>
          </p:nvCxnSpPr>
          <p:spPr>
            <a:xfrm>
              <a:off x="-2400" y="4683725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5" name="Google Shape;475;p51"/>
            <p:cNvCxnSpPr/>
            <p:nvPr/>
          </p:nvCxnSpPr>
          <p:spPr>
            <a:xfrm>
              <a:off x="-2400" y="1555125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6" name="Google Shape;476;p51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477" name="Google Shape;477;p5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78" name="Google Shape;478;p5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84" name="Google Shape;484;p52"/>
          <p:cNvGrpSpPr/>
          <p:nvPr/>
        </p:nvGrpSpPr>
        <p:grpSpPr>
          <a:xfrm>
            <a:off x="284850" y="1609021"/>
            <a:ext cx="8571900" cy="3074704"/>
            <a:chOff x="284850" y="1609021"/>
            <a:chExt cx="8571900" cy="3074704"/>
          </a:xfrm>
        </p:grpSpPr>
        <p:sp>
          <p:nvSpPr>
            <p:cNvPr id="485" name="Google Shape;485;p52"/>
            <p:cNvSpPr/>
            <p:nvPr/>
          </p:nvSpPr>
          <p:spPr>
            <a:xfrm>
              <a:off x="2456701" y="2068800"/>
              <a:ext cx="2054700" cy="81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6" name="Google Shape;486;p52"/>
            <p:cNvSpPr/>
            <p:nvPr/>
          </p:nvSpPr>
          <p:spPr>
            <a:xfrm>
              <a:off x="6802050" y="2068800"/>
              <a:ext cx="2054400" cy="81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7" name="Google Shape;487;p52"/>
            <p:cNvSpPr txBox="1"/>
            <p:nvPr/>
          </p:nvSpPr>
          <p:spPr>
            <a:xfrm>
              <a:off x="294550" y="1609025"/>
              <a:ext cx="35046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Company name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8" name="Google Shape;488;p52"/>
            <p:cNvSpPr txBox="1"/>
            <p:nvPr/>
          </p:nvSpPr>
          <p:spPr>
            <a:xfrm>
              <a:off x="6839625" y="1609021"/>
              <a:ext cx="11466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Client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9" name="Google Shape;489;p52"/>
            <p:cNvSpPr txBox="1"/>
            <p:nvPr/>
          </p:nvSpPr>
          <p:spPr>
            <a:xfrm>
              <a:off x="2645619" y="2222538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Project lead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_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0" name="Google Shape;490;p52"/>
            <p:cNvSpPr txBox="1"/>
            <p:nvPr/>
          </p:nvSpPr>
          <p:spPr>
            <a:xfrm>
              <a:off x="284850" y="3041056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1" name="Google Shape;491;p52"/>
            <p:cNvSpPr txBox="1"/>
            <p:nvPr/>
          </p:nvSpPr>
          <p:spPr>
            <a:xfrm>
              <a:off x="2456694" y="3041051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2" name="Google Shape;492;p52"/>
            <p:cNvSpPr txBox="1"/>
            <p:nvPr/>
          </p:nvSpPr>
          <p:spPr>
            <a:xfrm>
              <a:off x="4628538" y="3041047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3" name="Google Shape;493;p52"/>
            <p:cNvSpPr txBox="1"/>
            <p:nvPr/>
          </p:nvSpPr>
          <p:spPr>
            <a:xfrm>
              <a:off x="284850" y="3859552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4" name="Google Shape;494;p52"/>
            <p:cNvSpPr txBox="1"/>
            <p:nvPr/>
          </p:nvSpPr>
          <p:spPr>
            <a:xfrm>
              <a:off x="2456694" y="3859553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5" name="Google Shape;495;p52"/>
            <p:cNvSpPr txBox="1"/>
            <p:nvPr/>
          </p:nvSpPr>
          <p:spPr>
            <a:xfrm>
              <a:off x="4628538" y="3859545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96" name="Google Shape;496;p52"/>
            <p:cNvCxnSpPr/>
            <p:nvPr/>
          </p:nvCxnSpPr>
          <p:spPr>
            <a:xfrm>
              <a:off x="284850" y="2068800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7" name="Google Shape;497;p52"/>
            <p:cNvCxnSpPr/>
            <p:nvPr/>
          </p:nvCxnSpPr>
          <p:spPr>
            <a:xfrm>
              <a:off x="284850" y="2884545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52"/>
            <p:cNvCxnSpPr/>
            <p:nvPr/>
          </p:nvCxnSpPr>
          <p:spPr>
            <a:xfrm>
              <a:off x="284850" y="3697958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9" name="Google Shape;499;p52"/>
            <p:cNvSpPr txBox="1"/>
            <p:nvPr/>
          </p:nvSpPr>
          <p:spPr>
            <a:xfrm>
              <a:off x="6802051" y="2222538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</a:t>
              </a: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Primary decision-maker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_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0" name="Google Shape;500;p52"/>
            <p:cNvSpPr txBox="1"/>
            <p:nvPr/>
          </p:nvSpPr>
          <p:spPr>
            <a:xfrm>
              <a:off x="6802051" y="3041051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1" name="Google Shape;501;p52"/>
            <p:cNvSpPr txBox="1"/>
            <p:nvPr/>
          </p:nvSpPr>
          <p:spPr>
            <a:xfrm>
              <a:off x="6802051" y="3859553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2" name="Google Shape;502;p52"/>
            <p:cNvSpPr/>
            <p:nvPr/>
          </p:nvSpPr>
          <p:spPr>
            <a:xfrm>
              <a:off x="284850" y="1774488"/>
              <a:ext cx="99600" cy="9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3" name="Google Shape;503;p52"/>
            <p:cNvSpPr/>
            <p:nvPr/>
          </p:nvSpPr>
          <p:spPr>
            <a:xfrm>
              <a:off x="6802300" y="1774488"/>
              <a:ext cx="99600" cy="9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4" name="Google Shape;504;p52"/>
            <p:cNvSpPr txBox="1"/>
            <p:nvPr/>
          </p:nvSpPr>
          <p:spPr>
            <a:xfrm>
              <a:off x="284850" y="2222550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5" name="Google Shape;505;p52"/>
            <p:cNvSpPr txBox="1"/>
            <p:nvPr/>
          </p:nvSpPr>
          <p:spPr>
            <a:xfrm>
              <a:off x="4628538" y="2222538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06" name="Google Shape;506;p52"/>
            <p:cNvCxnSpPr/>
            <p:nvPr/>
          </p:nvCxnSpPr>
          <p:spPr>
            <a:xfrm>
              <a:off x="284850" y="4683725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52"/>
            <p:cNvCxnSpPr/>
            <p:nvPr/>
          </p:nvCxnSpPr>
          <p:spPr>
            <a:xfrm rot="10800000">
              <a:off x="6802350" y="2068812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52"/>
            <p:cNvCxnSpPr/>
            <p:nvPr/>
          </p:nvCxnSpPr>
          <p:spPr>
            <a:xfrm rot="10800000">
              <a:off x="6802350" y="2884554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52"/>
            <p:cNvCxnSpPr/>
            <p:nvPr/>
          </p:nvCxnSpPr>
          <p:spPr>
            <a:xfrm rot="10800000">
              <a:off x="6802350" y="3697962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52"/>
            <p:cNvCxnSpPr/>
            <p:nvPr/>
          </p:nvCxnSpPr>
          <p:spPr>
            <a:xfrm rot="10800000">
              <a:off x="6802350" y="4683725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1" name="Google Shape;511;p52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stakeholders</a:t>
            </a:r>
            <a:endParaRPr/>
          </a:p>
        </p:txBody>
      </p:sp>
      <p:sp>
        <p:nvSpPr>
          <p:cNvPr id="512" name="Google Shape;512;p5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13" name="Google Shape;513;p5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53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stakeholders</a:t>
            </a:r>
            <a:endParaRPr/>
          </a:p>
        </p:txBody>
      </p:sp>
      <p:sp>
        <p:nvSpPr>
          <p:cNvPr id="520" name="Google Shape;520;p5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21" name="Google Shape;521;p5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grpSp>
        <p:nvGrpSpPr>
          <p:cNvPr id="522" name="Google Shape;522;p53"/>
          <p:cNvGrpSpPr/>
          <p:nvPr/>
        </p:nvGrpSpPr>
        <p:grpSpPr>
          <a:xfrm>
            <a:off x="284850" y="1609021"/>
            <a:ext cx="8571900" cy="3074704"/>
            <a:chOff x="284850" y="1609021"/>
            <a:chExt cx="8571900" cy="3074704"/>
          </a:xfrm>
        </p:grpSpPr>
        <p:sp>
          <p:nvSpPr>
            <p:cNvPr id="523" name="Google Shape;523;p53"/>
            <p:cNvSpPr/>
            <p:nvPr/>
          </p:nvSpPr>
          <p:spPr>
            <a:xfrm>
              <a:off x="2456701" y="2068800"/>
              <a:ext cx="2054700" cy="81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4" name="Google Shape;524;p53"/>
            <p:cNvSpPr/>
            <p:nvPr/>
          </p:nvSpPr>
          <p:spPr>
            <a:xfrm>
              <a:off x="6802050" y="2068800"/>
              <a:ext cx="2054400" cy="81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5" name="Google Shape;525;p53"/>
            <p:cNvSpPr txBox="1"/>
            <p:nvPr/>
          </p:nvSpPr>
          <p:spPr>
            <a:xfrm>
              <a:off x="294550" y="1609025"/>
              <a:ext cx="35046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Company name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6" name="Google Shape;526;p53"/>
            <p:cNvSpPr txBox="1"/>
            <p:nvPr/>
          </p:nvSpPr>
          <p:spPr>
            <a:xfrm>
              <a:off x="6839625" y="1609021"/>
              <a:ext cx="11466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Client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7" name="Google Shape;527;p53"/>
            <p:cNvSpPr txBox="1"/>
            <p:nvPr/>
          </p:nvSpPr>
          <p:spPr>
            <a:xfrm>
              <a:off x="2645619" y="2222538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Project lead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_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8" name="Google Shape;528;p53"/>
            <p:cNvSpPr txBox="1"/>
            <p:nvPr/>
          </p:nvSpPr>
          <p:spPr>
            <a:xfrm>
              <a:off x="284850" y="3041056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9" name="Google Shape;529;p53"/>
            <p:cNvSpPr txBox="1"/>
            <p:nvPr/>
          </p:nvSpPr>
          <p:spPr>
            <a:xfrm>
              <a:off x="2456694" y="3041051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0" name="Google Shape;530;p53"/>
            <p:cNvSpPr txBox="1"/>
            <p:nvPr/>
          </p:nvSpPr>
          <p:spPr>
            <a:xfrm>
              <a:off x="4628538" y="3041047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1" name="Google Shape;531;p53"/>
            <p:cNvSpPr txBox="1"/>
            <p:nvPr/>
          </p:nvSpPr>
          <p:spPr>
            <a:xfrm>
              <a:off x="284850" y="3859552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2" name="Google Shape;532;p53"/>
            <p:cNvSpPr txBox="1"/>
            <p:nvPr/>
          </p:nvSpPr>
          <p:spPr>
            <a:xfrm>
              <a:off x="2456694" y="3859553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3" name="Google Shape;533;p53"/>
            <p:cNvSpPr txBox="1"/>
            <p:nvPr/>
          </p:nvSpPr>
          <p:spPr>
            <a:xfrm>
              <a:off x="4628538" y="3859545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34" name="Google Shape;534;p53"/>
            <p:cNvCxnSpPr/>
            <p:nvPr/>
          </p:nvCxnSpPr>
          <p:spPr>
            <a:xfrm>
              <a:off x="284850" y="2068800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53"/>
            <p:cNvCxnSpPr/>
            <p:nvPr/>
          </p:nvCxnSpPr>
          <p:spPr>
            <a:xfrm>
              <a:off x="284850" y="2884545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53"/>
            <p:cNvCxnSpPr/>
            <p:nvPr/>
          </p:nvCxnSpPr>
          <p:spPr>
            <a:xfrm>
              <a:off x="284850" y="3697958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7" name="Google Shape;537;p53"/>
            <p:cNvSpPr txBox="1"/>
            <p:nvPr/>
          </p:nvSpPr>
          <p:spPr>
            <a:xfrm>
              <a:off x="6802051" y="2222538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Primary decision-maker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_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8" name="Google Shape;538;p53"/>
            <p:cNvSpPr txBox="1"/>
            <p:nvPr/>
          </p:nvSpPr>
          <p:spPr>
            <a:xfrm>
              <a:off x="6802051" y="3041051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9" name="Google Shape;539;p53"/>
            <p:cNvSpPr txBox="1"/>
            <p:nvPr/>
          </p:nvSpPr>
          <p:spPr>
            <a:xfrm>
              <a:off x="6802051" y="3859553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0" name="Google Shape;540;p53"/>
            <p:cNvSpPr/>
            <p:nvPr/>
          </p:nvSpPr>
          <p:spPr>
            <a:xfrm>
              <a:off x="284850" y="1774488"/>
              <a:ext cx="99600" cy="99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1" name="Google Shape;541;p53"/>
            <p:cNvSpPr/>
            <p:nvPr/>
          </p:nvSpPr>
          <p:spPr>
            <a:xfrm>
              <a:off x="6802300" y="1774488"/>
              <a:ext cx="99600" cy="99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2" name="Google Shape;542;p53"/>
            <p:cNvSpPr txBox="1"/>
            <p:nvPr/>
          </p:nvSpPr>
          <p:spPr>
            <a:xfrm>
              <a:off x="284850" y="2222550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3" name="Google Shape;543;p53"/>
            <p:cNvSpPr txBox="1"/>
            <p:nvPr/>
          </p:nvSpPr>
          <p:spPr>
            <a:xfrm>
              <a:off x="4628538" y="2222538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44" name="Google Shape;544;p53"/>
            <p:cNvCxnSpPr/>
            <p:nvPr/>
          </p:nvCxnSpPr>
          <p:spPr>
            <a:xfrm>
              <a:off x="284850" y="4683725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53"/>
            <p:cNvCxnSpPr/>
            <p:nvPr/>
          </p:nvCxnSpPr>
          <p:spPr>
            <a:xfrm rot="10800000">
              <a:off x="6802350" y="2068812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53"/>
            <p:cNvCxnSpPr/>
            <p:nvPr/>
          </p:nvCxnSpPr>
          <p:spPr>
            <a:xfrm rot="10800000">
              <a:off x="6802350" y="2884554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53"/>
            <p:cNvCxnSpPr/>
            <p:nvPr/>
          </p:nvCxnSpPr>
          <p:spPr>
            <a:xfrm rot="10800000">
              <a:off x="6802350" y="3697962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53"/>
            <p:cNvCxnSpPr/>
            <p:nvPr/>
          </p:nvCxnSpPr>
          <p:spPr>
            <a:xfrm rot="10800000">
              <a:off x="6802350" y="4683725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4" name="Google Shape;554;p54"/>
          <p:cNvGrpSpPr/>
          <p:nvPr/>
        </p:nvGrpSpPr>
        <p:grpSpPr>
          <a:xfrm>
            <a:off x="284850" y="931525"/>
            <a:ext cx="8571900" cy="3752200"/>
            <a:chOff x="284850" y="931525"/>
            <a:chExt cx="8571900" cy="3752200"/>
          </a:xfrm>
        </p:grpSpPr>
        <p:pic>
          <p:nvPicPr>
            <p:cNvPr descr="A woman outdoors during a sunny day. " id="555" name="Google Shape;555;p54"/>
            <p:cNvPicPr preferRelativeResize="0"/>
            <p:nvPr/>
          </p:nvPicPr>
          <p:blipFill rotWithShape="1">
            <a:blip r:embed="rId3">
              <a:alphaModFix/>
            </a:blip>
            <a:srcRect b="0" l="0" r="6864" t="0"/>
            <a:stretch/>
          </p:blipFill>
          <p:spPr>
            <a:xfrm>
              <a:off x="6238800" y="935925"/>
              <a:ext cx="666301" cy="1073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ortrait of a woman with her arms crossed. " id="556" name="Google Shape;556;p54"/>
            <p:cNvPicPr preferRelativeResize="0"/>
            <p:nvPr/>
          </p:nvPicPr>
          <p:blipFill rotWithShape="1">
            <a:blip r:embed="rId4">
              <a:alphaModFix/>
            </a:blip>
            <a:srcRect b="35991" l="59697" r="14252" t="1089"/>
            <a:stretch/>
          </p:blipFill>
          <p:spPr>
            <a:xfrm>
              <a:off x="6238800" y="2208950"/>
              <a:ext cx="666300" cy="107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usinessman stands outdoors and looks at the camera. " id="557" name="Google Shape;557;p54"/>
            <p:cNvPicPr preferRelativeResize="0"/>
            <p:nvPr/>
          </p:nvPicPr>
          <p:blipFill rotWithShape="1">
            <a:blip r:embed="rId5">
              <a:alphaModFix/>
            </a:blip>
            <a:srcRect b="19314" l="50716" r="19501" t="8805"/>
            <a:stretch/>
          </p:blipFill>
          <p:spPr>
            <a:xfrm>
              <a:off x="6238950" y="3607574"/>
              <a:ext cx="666301" cy="1073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ortrait of woman smiling" id="558" name="Google Shape;558;p54"/>
            <p:cNvPicPr preferRelativeResize="0"/>
            <p:nvPr/>
          </p:nvPicPr>
          <p:blipFill rotWithShape="1">
            <a:blip r:embed="rId6">
              <a:alphaModFix/>
            </a:blip>
            <a:srcRect b="41788" l="34241" r="39092" t="889"/>
            <a:stretch/>
          </p:blipFill>
          <p:spPr>
            <a:xfrm>
              <a:off x="284850" y="2324825"/>
              <a:ext cx="668400" cy="95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miling man with glasses. " id="559" name="Google Shape;559;p54"/>
            <p:cNvPicPr preferRelativeResize="0"/>
            <p:nvPr/>
          </p:nvPicPr>
          <p:blipFill rotWithShape="1">
            <a:blip r:embed="rId7">
              <a:alphaModFix/>
            </a:blip>
            <a:srcRect b="8968" l="30871" r="32655" t="2238"/>
            <a:stretch/>
          </p:blipFill>
          <p:spPr>
            <a:xfrm>
              <a:off x="3261900" y="3601775"/>
              <a:ext cx="666300" cy="10806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pic>
          <p:nvPicPr>
            <p:cNvPr descr="Portrait of a man smiling" id="560" name="Google Shape;560;p54"/>
            <p:cNvPicPr preferRelativeResize="0"/>
            <p:nvPr/>
          </p:nvPicPr>
          <p:blipFill rotWithShape="1">
            <a:blip r:embed="rId8">
              <a:alphaModFix/>
            </a:blip>
            <a:srcRect b="23641" l="37535" r="30987" t="0"/>
            <a:stretch/>
          </p:blipFill>
          <p:spPr>
            <a:xfrm>
              <a:off x="3261900" y="2208950"/>
              <a:ext cx="668400" cy="10806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sp>
          <p:nvSpPr>
            <p:cNvPr id="561" name="Google Shape;561;p54"/>
            <p:cNvSpPr txBox="1"/>
            <p:nvPr/>
          </p:nvSpPr>
          <p:spPr>
            <a:xfrm>
              <a:off x="953250" y="2324825"/>
              <a:ext cx="1946700" cy="7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Title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Briefly describe their role in the project and the decisions they make.</a:t>
              </a: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2" name="Google Shape;562;p54"/>
            <p:cNvSpPr/>
            <p:nvPr/>
          </p:nvSpPr>
          <p:spPr>
            <a:xfrm>
              <a:off x="284850" y="2208950"/>
              <a:ext cx="2615100" cy="11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3" name="Google Shape;563;p54"/>
            <p:cNvSpPr txBox="1"/>
            <p:nvPr/>
          </p:nvSpPr>
          <p:spPr>
            <a:xfrm>
              <a:off x="3930300" y="2324825"/>
              <a:ext cx="1946700" cy="7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Title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Briefly describe their role in the project and the decisions they make.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4" name="Google Shape;564;p54"/>
            <p:cNvSpPr txBox="1"/>
            <p:nvPr/>
          </p:nvSpPr>
          <p:spPr>
            <a:xfrm>
              <a:off x="6907350" y="1047500"/>
              <a:ext cx="1946700" cy="7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Title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Briefly describe their role in the project and the decisions they make.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5" name="Google Shape;565;p54"/>
            <p:cNvSpPr txBox="1"/>
            <p:nvPr/>
          </p:nvSpPr>
          <p:spPr>
            <a:xfrm>
              <a:off x="6907350" y="2324825"/>
              <a:ext cx="1946700" cy="7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Title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Briefly describe their role in the project and the decisions they make.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54"/>
            <p:cNvSpPr txBox="1"/>
            <p:nvPr/>
          </p:nvSpPr>
          <p:spPr>
            <a:xfrm>
              <a:off x="6907350" y="3717689"/>
              <a:ext cx="1946700" cy="7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Title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Briefly describe their role in the project and the decisions they make.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67" name="Google Shape;567;p54"/>
            <p:cNvCxnSpPr/>
            <p:nvPr/>
          </p:nvCxnSpPr>
          <p:spPr>
            <a:xfrm flipH="1" rot="10800000">
              <a:off x="5876850" y="2206363"/>
              <a:ext cx="362100" cy="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54"/>
            <p:cNvCxnSpPr/>
            <p:nvPr/>
          </p:nvCxnSpPr>
          <p:spPr>
            <a:xfrm rot="10800000">
              <a:off x="6057900" y="931525"/>
              <a:ext cx="0" cy="267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9" name="Google Shape;569;p54"/>
            <p:cNvSpPr txBox="1"/>
            <p:nvPr/>
          </p:nvSpPr>
          <p:spPr>
            <a:xfrm>
              <a:off x="3930300" y="3717738"/>
              <a:ext cx="1946700" cy="7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NAME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Title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Briefly describe their role in the project and the decisions they make.</a:t>
              </a:r>
              <a:r>
                <a:rPr lang="en"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70" name="Google Shape;570;p54"/>
            <p:cNvCxnSpPr/>
            <p:nvPr/>
          </p:nvCxnSpPr>
          <p:spPr>
            <a:xfrm rot="10800000">
              <a:off x="3080850" y="2201525"/>
              <a:ext cx="0" cy="140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54"/>
            <p:cNvCxnSpPr/>
            <p:nvPr/>
          </p:nvCxnSpPr>
          <p:spPr>
            <a:xfrm>
              <a:off x="284850" y="3285050"/>
              <a:ext cx="26151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54"/>
            <p:cNvCxnSpPr/>
            <p:nvPr/>
          </p:nvCxnSpPr>
          <p:spPr>
            <a:xfrm>
              <a:off x="3261825" y="4683725"/>
              <a:ext cx="26151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54"/>
            <p:cNvCxnSpPr/>
            <p:nvPr/>
          </p:nvCxnSpPr>
          <p:spPr>
            <a:xfrm>
              <a:off x="3261825" y="3285050"/>
              <a:ext cx="26151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4" name="Google Shape;574;p54"/>
            <p:cNvCxnSpPr/>
            <p:nvPr/>
          </p:nvCxnSpPr>
          <p:spPr>
            <a:xfrm>
              <a:off x="6238800" y="4683725"/>
              <a:ext cx="26151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" name="Google Shape;575;p54"/>
            <p:cNvCxnSpPr/>
            <p:nvPr/>
          </p:nvCxnSpPr>
          <p:spPr>
            <a:xfrm>
              <a:off x="6238800" y="3285050"/>
              <a:ext cx="26151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54"/>
            <p:cNvCxnSpPr/>
            <p:nvPr/>
          </p:nvCxnSpPr>
          <p:spPr>
            <a:xfrm>
              <a:off x="6238800" y="2012300"/>
              <a:ext cx="26151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p54"/>
            <p:cNvCxnSpPr/>
            <p:nvPr/>
          </p:nvCxnSpPr>
          <p:spPr>
            <a:xfrm>
              <a:off x="3080850" y="3605050"/>
              <a:ext cx="279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p54"/>
            <p:cNvCxnSpPr/>
            <p:nvPr/>
          </p:nvCxnSpPr>
          <p:spPr>
            <a:xfrm>
              <a:off x="284850" y="2206375"/>
              <a:ext cx="8571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9" name="Google Shape;579;p54"/>
            <p:cNvCxnSpPr/>
            <p:nvPr/>
          </p:nvCxnSpPr>
          <p:spPr>
            <a:xfrm>
              <a:off x="6057900" y="932950"/>
              <a:ext cx="279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54"/>
            <p:cNvCxnSpPr/>
            <p:nvPr/>
          </p:nvCxnSpPr>
          <p:spPr>
            <a:xfrm>
              <a:off x="6057900" y="3607575"/>
              <a:ext cx="279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1" name="Google Shape;581;p54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stakeholders | </a:t>
            </a:r>
            <a:r>
              <a:rPr lang="en">
                <a:solidFill>
                  <a:schemeClr val="accent3"/>
                </a:solidFill>
              </a:rPr>
              <a:t>Client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82" name="Google Shape;582;p5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83" name="Google Shape;583;p5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